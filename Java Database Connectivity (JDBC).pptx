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6" r:id="rId1"/>
  </p:sldMasterIdLst>
  <p:sldIdLst>
    <p:sldId id="256" r:id="rId2"/>
    <p:sldId id="258" r:id="rId3"/>
    <p:sldId id="257" r:id="rId4"/>
    <p:sldId id="259" r:id="rId5"/>
    <p:sldId id="260" r:id="rId6"/>
    <p:sldId id="265" r:id="rId7"/>
    <p:sldId id="262" r:id="rId8"/>
    <p:sldId id="261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2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13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74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2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80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03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99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9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93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2/11/2020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0891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20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8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3000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408" y="2189988"/>
            <a:ext cx="8074152" cy="16962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Java Database Connectivity (JDBC)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89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Content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Java Database Connectivity – Intro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Database Connectivity Architecture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JDBC APIs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Database Access Steps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 smtClean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4828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0" y="822960"/>
            <a:ext cx="7315200" cy="84582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Introduction</a:t>
            </a:r>
            <a:endParaRPr lang="en-US" sz="4000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886200" y="1828800"/>
            <a:ext cx="7772400" cy="4229100"/>
          </a:xfrm>
        </p:spPr>
        <p:txBody>
          <a:bodyPr>
            <a:normAutofit/>
          </a:bodyPr>
          <a:lstStyle/>
          <a:p>
            <a:endParaRPr lang="en-US" sz="3200" b="1" dirty="0" smtClean="0"/>
          </a:p>
          <a:p>
            <a:r>
              <a:rPr lang="en-US" sz="3200" b="1" dirty="0" smtClean="0"/>
              <a:t>What is JDBC?</a:t>
            </a:r>
          </a:p>
          <a:p>
            <a:endParaRPr lang="en-US" sz="3200" b="1" dirty="0" smtClean="0"/>
          </a:p>
          <a:p>
            <a:r>
              <a:rPr lang="en-US" sz="3200" dirty="0" smtClean="0"/>
              <a:t>JDBC is used to allow </a:t>
            </a:r>
            <a:r>
              <a:rPr lang="en-US" sz="3200" b="1" dirty="0"/>
              <a:t>java application </a:t>
            </a:r>
            <a:r>
              <a:rPr lang="en-US" sz="3200" dirty="0" smtClean="0"/>
              <a:t>to perform several operation over the </a:t>
            </a:r>
            <a:r>
              <a:rPr lang="en-US" sz="3200" b="1" dirty="0" smtClean="0"/>
              <a:t>databases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8147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520440" y="754380"/>
            <a:ext cx="8366760" cy="56921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Java Database Connectivity(JDBC) is a standard SQL database access interface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JDBC allows us to construct SQL statement and embed into java API.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sz="3200" dirty="0" smtClean="0"/>
              <a:t>JDBC provides different APIs to perform operations on database.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Establish a connection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Send SQL statements.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Process the result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1926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 txBox="1">
            <a:spLocks/>
          </p:cNvSpPr>
          <p:nvPr/>
        </p:nvSpPr>
        <p:spPr>
          <a:xfrm>
            <a:off x="4079382" y="2408349"/>
            <a:ext cx="7317347" cy="3837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2200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3000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b="1" dirty="0" smtClean="0"/>
          </a:p>
          <a:p>
            <a:endParaRPr lang="en-US" sz="3200" b="1" dirty="0"/>
          </a:p>
        </p:txBody>
      </p:sp>
      <p:pic>
        <p:nvPicPr>
          <p:cNvPr id="9" name="Picture 2" descr="Image result for jdbc architectur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t="6134" r="3215" b="4410"/>
          <a:stretch/>
        </p:blipFill>
        <p:spPr bwMode="auto">
          <a:xfrm>
            <a:off x="3544352" y="773724"/>
            <a:ext cx="7805883" cy="530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Architecture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455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JDBC Driver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smtClean="0"/>
              <a:t>JDBC  Architecture classification</a:t>
            </a:r>
            <a:endParaRPr lang="en-US" sz="3200" b="1" dirty="0"/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b="1" dirty="0" smtClean="0"/>
              <a:t>Type 1</a:t>
            </a:r>
          </a:p>
          <a:p>
            <a:r>
              <a:rPr lang="en-US" sz="3200" b="1" dirty="0" smtClean="0"/>
              <a:t>Type 2</a:t>
            </a:r>
          </a:p>
          <a:p>
            <a:r>
              <a:rPr lang="en-US" sz="3200" b="1" dirty="0" smtClean="0"/>
              <a:t>Type 3</a:t>
            </a:r>
          </a:p>
          <a:p>
            <a:r>
              <a:rPr lang="en-US" sz="3200" b="1" dirty="0" smtClean="0"/>
              <a:t>Type 4</a:t>
            </a:r>
            <a:endParaRPr lang="en-US" sz="3200" b="1" dirty="0"/>
          </a:p>
          <a:p>
            <a:pPr marL="0" indent="0" algn="ctr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99615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2855" y="800100"/>
            <a:ext cx="7698545" cy="5257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Type 1: JDBC-ODBC Bridge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843" y="2809435"/>
            <a:ext cx="5354947" cy="249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0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9020" y="800100"/>
            <a:ext cx="7612380" cy="5257800"/>
          </a:xfrm>
        </p:spPr>
        <p:txBody>
          <a:bodyPr/>
          <a:lstStyle/>
          <a:p>
            <a:r>
              <a:rPr lang="en-US" sz="3200" dirty="0"/>
              <a:t>Type 2: Java Native API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79" y="1681756"/>
            <a:ext cx="5159327" cy="329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3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9020" y="800100"/>
            <a:ext cx="7612380" cy="5257800"/>
          </a:xfrm>
        </p:spPr>
        <p:txBody>
          <a:bodyPr/>
          <a:lstStyle/>
          <a:p>
            <a:r>
              <a:rPr lang="en-US" sz="3200" dirty="0" smtClean="0"/>
              <a:t>Type </a:t>
            </a:r>
            <a:r>
              <a:rPr lang="en-US" sz="3200" dirty="0"/>
              <a:t>3: Java to Network </a:t>
            </a:r>
            <a:r>
              <a:rPr lang="en-US" sz="3200" dirty="0" smtClean="0"/>
              <a:t>Protocol</a:t>
            </a:r>
            <a:endParaRPr lang="en-US" sz="2800" dirty="0"/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263" y="1625038"/>
            <a:ext cx="2896893" cy="394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4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9020" y="800100"/>
            <a:ext cx="7612380" cy="5257800"/>
          </a:xfrm>
        </p:spPr>
        <p:txBody>
          <a:bodyPr/>
          <a:lstStyle/>
          <a:p>
            <a:r>
              <a:rPr lang="en-US" sz="3200" dirty="0" smtClean="0"/>
              <a:t>Type </a:t>
            </a:r>
            <a:r>
              <a:rPr lang="en-US" sz="3200" dirty="0"/>
              <a:t>4: Java to Database </a:t>
            </a:r>
            <a:r>
              <a:rPr lang="en-US" sz="3200" dirty="0" smtClean="0"/>
              <a:t>Protocol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747" y="1806086"/>
            <a:ext cx="5912162" cy="266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3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JDBC API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423" y="801858"/>
            <a:ext cx="7944157" cy="523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9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JDBC Database Access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Import the packages</a:t>
            </a:r>
          </a:p>
          <a:p>
            <a:r>
              <a:rPr lang="en-US" sz="3200" dirty="0" smtClean="0"/>
              <a:t>Register/load the driver</a:t>
            </a:r>
          </a:p>
          <a:p>
            <a:r>
              <a:rPr lang="en-US" sz="3200" dirty="0" smtClean="0"/>
              <a:t>Establish the connection</a:t>
            </a:r>
          </a:p>
          <a:p>
            <a:r>
              <a:rPr lang="en-US" sz="3200" dirty="0" smtClean="0"/>
              <a:t>Create JDBC Statement</a:t>
            </a:r>
          </a:p>
          <a:p>
            <a:r>
              <a:rPr lang="en-US" sz="3200" dirty="0" smtClean="0"/>
              <a:t>Executing the query</a:t>
            </a:r>
          </a:p>
          <a:p>
            <a:r>
              <a:rPr lang="en-US" sz="3200" dirty="0" smtClean="0"/>
              <a:t>Closing resources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4127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/>
              <a:t>What we have covered ?</a:t>
            </a:r>
          </a:p>
          <a:p>
            <a:pPr marL="0" indent="0">
              <a:buNone/>
            </a:pPr>
            <a:endParaRPr lang="en-US" sz="3200" b="1" dirty="0" smtClean="0"/>
          </a:p>
          <a:p>
            <a:r>
              <a:rPr lang="en-US" sz="3200" dirty="0" smtClean="0"/>
              <a:t>Database connectivity Introduction</a:t>
            </a:r>
          </a:p>
          <a:p>
            <a:r>
              <a:rPr lang="en-US" sz="3200" dirty="0" smtClean="0"/>
              <a:t>JDBC Architecture and classification</a:t>
            </a:r>
          </a:p>
          <a:p>
            <a:r>
              <a:rPr lang="en-US" sz="3200" dirty="0" smtClean="0"/>
              <a:t>JDBC APIs</a:t>
            </a:r>
          </a:p>
          <a:p>
            <a:r>
              <a:rPr lang="en-US" sz="3200" dirty="0"/>
              <a:t>JDBC Database </a:t>
            </a:r>
            <a:r>
              <a:rPr lang="en-US" sz="3200" dirty="0" smtClean="0"/>
              <a:t>Access steps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5090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ysClr val="windowText" lastClr="000000"/>
      </a:dk1>
      <a:lt1>
        <a:sysClr val="window" lastClr="FFFFFF"/>
      </a:lt1>
      <a:dk2>
        <a:srgbClr val="4A3F38"/>
      </a:dk2>
      <a:lt2>
        <a:srgbClr val="EEEDCB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120</TotalTime>
  <Words>165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Corbel</vt:lpstr>
      <vt:lpstr>Wingdings 2</vt:lpstr>
      <vt:lpstr>Frame</vt:lpstr>
      <vt:lpstr>Java Database Connectivity (JDBC)</vt:lpstr>
      <vt:lpstr>Content</vt:lpstr>
      <vt:lpstr>Introduction</vt:lpstr>
      <vt:lpstr>PowerPoint Presentation</vt:lpstr>
      <vt:lpstr>Architecture</vt:lpstr>
      <vt:lpstr>JDBC Driver</vt:lpstr>
      <vt:lpstr>PowerPoint Presentation</vt:lpstr>
      <vt:lpstr>PowerPoint Presentation</vt:lpstr>
      <vt:lpstr>PowerPoint Presentation</vt:lpstr>
      <vt:lpstr>PowerPoint Presentation</vt:lpstr>
      <vt:lpstr>JDBC API</vt:lpstr>
      <vt:lpstr>JDBC Database Access</vt:lpstr>
      <vt:lpstr>Conclusion</vt:lpstr>
    </vt:vector>
  </TitlesOfParts>
  <Company>Capgemini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Database Connectivity (JDBC)</dc:title>
  <dc:creator>Singh, Shivam</dc:creator>
  <cp:lastModifiedBy>Singh, Shivam</cp:lastModifiedBy>
  <cp:revision>14</cp:revision>
  <dcterms:created xsi:type="dcterms:W3CDTF">2020-02-11T11:02:23Z</dcterms:created>
  <dcterms:modified xsi:type="dcterms:W3CDTF">2020-02-11T13:02:52Z</dcterms:modified>
</cp:coreProperties>
</file>